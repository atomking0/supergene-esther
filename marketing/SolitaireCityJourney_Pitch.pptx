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/sessions/determined-eloquent-wozniak/deck/optimized/B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4320"/>
            <a:ext cx="2011680" cy="1618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"Clear cards. Build your city. Live the journey."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2377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Genre: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Solitaire Tripeaks + City Decoration Meta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27614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Platform: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Facebook Instant Games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314553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Audience: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Global 35–60; North American adults (F6:M4)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35295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Positioning: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Travel the world with your cat companion.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Decorate landmark cities and collect them all.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4069080"/>
            <a:ext cx="4754880" cy="914400"/>
          </a:xfrm>
          <a:prstGeom prst="rect">
            <a:avLst/>
          </a:prstGeom>
          <a:solidFill>
            <a:srgbClr val="1E3A4F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1148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Explore world-famous landmarks with a charming cat companion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Native-app-level event system benchmarked from top solitaire titles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IAP-ready economy with proven solitaire monetization patterns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274320"/>
            <a:ext cx="3108960" cy="4572000"/>
          </a:xfrm>
          <a:prstGeom prst="rect">
            <a:avLst/>
          </a:prstGeom>
          <a:solidFill>
            <a:srgbClr val="1E3A4F"/>
          </a:solidFill>
          <a:ln/>
        </p:spPr>
      </p:sp>
      <p:pic>
        <p:nvPicPr>
          <p:cNvPr id="12" name="Image 1" descr="/sessions/determined-eloquent-wozniak/deck/optimized/appicon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731520"/>
            <a:ext cx="2377440" cy="23774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83680" y="3291840"/>
            <a:ext cx="14630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0"/>
          <p:cNvSpPr/>
          <p:nvPr/>
        </p:nvSpPr>
        <p:spPr>
          <a:xfrm>
            <a:off x="5943600" y="3474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Solitaire</a:t>
            </a:r>
            <a:endParaRPr lang="en-US" sz="1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City Journey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400800" y="429768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16" name="Text 12"/>
          <p:cNvSpPr/>
          <p:nvPr/>
        </p:nvSpPr>
        <p:spPr>
          <a:xfrm>
            <a:off x="6400800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Facebook Instant Games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Gameplay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"Tap a card, clear the board, decorate your city."</a:t>
            </a:r>
            <a:endParaRPr lang="en-US" sz="1300" dirty="0"/>
          </a:p>
        </p:txBody>
      </p:sp>
      <p:pic>
        <p:nvPicPr>
          <p:cNvPr id="4" name="Image 0" descr="/sessions/determined-eloquent-wozniak/deck/optimized/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754880" cy="2670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94960" y="1280160"/>
            <a:ext cx="3474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394960" y="128016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481328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35040" y="1353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Solitaire Tripeaks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035040" y="162763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Tap cards one rank higher or lower. Simple to learn, deeply satisfying. 2,800+ handcrafted levels with adaptive difficulty.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394960" y="2240280"/>
            <a:ext cx="3474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394960" y="2240280"/>
            <a:ext cx="54864" cy="82296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44144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35040" y="23134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World Travel Meta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035040" y="258775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Travel to famous cities with your cat companion. Decorate iconic landmarks—from New York to Tokyo—and collect them all.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394960" y="3200400"/>
            <a:ext cx="3474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394960" y="3200400"/>
            <a:ext cx="54864" cy="822960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3401568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35040" y="32735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Live Events Engine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035040" y="354787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Multiple event types rotate weekly—benchmarked from Candy Crush Solitaire and Disney Solitaire’s proven structures.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457200" y="4160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Simple mechanics → Deep progression → Endless reasons to return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Game Loop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"Every session feeds the next. Every reward decorates something real."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2286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17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417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" y="21031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Tripeaks Puzzle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" y="23774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Clear cards with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tap-based mechanics.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2,800+ levels.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423160" y="21031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651760" y="1280160"/>
            <a:ext cx="1920240" cy="2286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2651760" y="128016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2788920" y="1417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2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41732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88920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REWARD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788920" y="21031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Earn Resources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788920" y="23774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Collect coins, stars,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decoration items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 stage rewards.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617720" y="21031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4846320" y="1280160"/>
            <a:ext cx="1920240" cy="2286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7"/>
          <p:cNvSpPr/>
          <p:nvPr/>
        </p:nvSpPr>
        <p:spPr>
          <a:xfrm>
            <a:off x="4846320" y="1280160"/>
            <a:ext cx="192024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Text 18"/>
          <p:cNvSpPr/>
          <p:nvPr/>
        </p:nvSpPr>
        <p:spPr>
          <a:xfrm>
            <a:off x="4983480" y="1417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20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983480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DECORATE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4983480" y="21031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Build Your City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983480" y="23774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Place landmarks,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customize streets,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collect world cities.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812280" y="21031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7040880" y="1280160"/>
            <a:ext cx="1920240" cy="2286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Shape 24"/>
          <p:cNvSpPr/>
          <p:nvPr/>
        </p:nvSpPr>
        <p:spPr>
          <a:xfrm>
            <a:off x="7040880" y="1280160"/>
            <a:ext cx="192024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0" name="Text 25"/>
          <p:cNvSpPr/>
          <p:nvPr/>
        </p:nvSpPr>
        <p:spPr>
          <a:xfrm>
            <a:off x="7178040" y="1417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489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20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417320"/>
            <a:ext cx="365760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178040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LIVE OPS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7178040" y="21031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Fresh Events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7178040" y="23774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Rotating events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new goals and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exclusive rewards.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36" name="Text 30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↻  The loop is self-reinforcing:  more play → more rewards → more decorating → more reasons to play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Differentiators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"What makes Solitaire City Journey stand out on Instant Games."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14630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World Travel Meta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Travel to iconic cities with a cat companion. Decorate landmarks from New York to Egypt. Collection and ownership drive long-term engagement.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128016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1280160"/>
            <a:ext cx="54864" cy="146304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4630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2,800+ Levels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2044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Handcrafted maps with difficulty curves tuned per stage. Content pipeline supports continuous weekly updates.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28016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280160"/>
            <a:ext cx="54864" cy="1463040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630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Native-Level Events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5508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Event structure benchmarked from Candy Crush Solitaire and Disney Solitaire—multiple concurrent event types.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29718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297180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1546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Broad Demographics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8580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Solitaire’s female-leaning audience + travel/decoration’s universal appeal = 35–60 full demographic reach.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91840" y="29718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91840" y="2971800"/>
            <a:ext cx="54864" cy="146304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15468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3192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Social Hooks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352044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Messenger challenges, feed sharing, and friend-overtake notifications drive organic UA.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26480" y="29718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26480" y="2971800"/>
            <a:ext cx="54864" cy="146304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15468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6656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IAP-Ready Economy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35508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Landmark decoration creates natural spend motivations. Premium items, boosters, and event passes designed for solitaire’s proven ARPU patterns.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Monetization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"Landmark decoration creates spend motivations that pure card games can’t."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In-App Purchases (Primary Revenue)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4114800" cy="5303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Premium Decor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64592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Exclusive landmark decorations and city themes that accelerate collection progress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41148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7627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Boosters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217627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Undo, wild cards, fireworks — proven solitaire IAP items with high repeat purchase rate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06624"/>
            <a:ext cx="4114800" cy="5303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0662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Event Pass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270662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Time-limited premium track with exclusive rewards — drives recurring spend tied to live events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36976"/>
            <a:ext cx="41148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3697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Coin Packs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323697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Soft currency bundles for city decoration — natural sink from meta progression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4114800" cy="3200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Advertising (Supplemental)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2062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Rewarded ads (revive, bonus coins) + interstitials with frequency caps. Non-intrusive layer that scales with DAU without cannibalizing IAP.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1280160"/>
            <a:ext cx="3840480" cy="35661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0" y="1280160"/>
            <a:ext cx="3840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IAP Works Here</a:t>
            </a:r>
            <a:endParaRPr lang="en-US" sz="16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938528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669280" y="19202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Decoration = Emotional Investment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669280" y="21671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Players who decorate landmarks feel ownership. Ownership converts to spend—same pattern as Monopoly GO! and Township.</a:t>
            </a:r>
            <a:endParaRPr lang="en-US" sz="95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651760"/>
            <a:ext cx="274320" cy="2743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669280" y="26334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Events Create Urgency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669280" y="2880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Time-limited event passes and exclusive decorations drive impulse purchases. Benchmarked from Candy Crush Solitaire’s event structure.</a:t>
            </a:r>
            <a:endParaRPr lang="en-US" sz="95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364992"/>
            <a:ext cx="274320" cy="27432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669280" y="334670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Boosters Are Proven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5669280" y="35935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Solitaire Tripeaks has one of the highest booster purchase rates in casual gaming. Undo and wild cards are high-margin, high-repeat items.</a:t>
            </a:r>
            <a:endParaRPr lang="en-US" sz="95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4078224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669280" y="405993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Native Volume = Native ARPU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5669280" y="430682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event density matches top native solitaire apps. Same engagement depth, same monetization opportunity.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Social &amp; Virality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"Your city isn’t just for you. Show it off, challenge friends."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94360" cy="59436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49047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325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Messenger Challenges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54480" y="162763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Challenge friends to beat your level score via Messenger links. Compare results in real-time. Sparks instant rematches and brings lapsed players back.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554480" y="2331720"/>
            <a:ext cx="6858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468880"/>
            <a:ext cx="594360" cy="59436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58775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4231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Automatic Feed Sharing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554480" y="272491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City milestones and high scores generate shareable cards. One tap posts to Facebook feed, creating a natural viral loop with zero effort.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554480" y="3429000"/>
            <a:ext cx="6858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" y="3566160"/>
            <a:ext cx="594360" cy="59436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68503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5204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Friend Overtake Alerts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554480" y="382219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Notifications fire when a friend surpasses your city level or beats your score. Friendly competition drives re-engagement without feeling aggressive.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9" name="Text 14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Sharing is organic and optional—built into moments of achievement, not interruption.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Operational Strategy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"From first tap to loyal player—a clear path at every stage."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2743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Acquisition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1488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Zero-friction start — one tap to play on FB IG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Messenger sharing → organic installs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Feed posts on milestones → social discovery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1280160"/>
            <a:ext cx="2606040" cy="2743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3291840" y="128016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4630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Early Retention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(D1–D7)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74720" y="21488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7-day login reward calendar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Daily tasks → habit formation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City decoration milestones every few levels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280160"/>
            <a:ext cx="2606040" cy="2743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6126480" y="1280160"/>
            <a:ext cx="2606040" cy="5486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Mid/Long-Term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(D14+)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09360" y="21488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Weekly event rotation → fresh reasons to return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City collection deepens ownership investment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Continuous level pipeline sustains content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57200" y="4206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 pipeline supports continuous updates. Event structure scales without additional core development.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/sessions/determined-eloquent-wozniak/deck/optimized/B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2011680" cy="1618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945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Proven card mechanics. World travel progression.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Native-level live events. Built for Facebook Instant Games.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3017520"/>
            <a:ext cx="1554480" cy="777240"/>
          </a:xfrm>
          <a:prstGeom prst="rect">
            <a:avLst/>
          </a:prstGeom>
          <a:solidFill>
            <a:srgbClr val="1E3A4F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0449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2,800+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3456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Handcrafted Levels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377440" y="3017520"/>
            <a:ext cx="1554480" cy="777240"/>
          </a:xfrm>
          <a:prstGeom prst="rect">
            <a:avLst/>
          </a:prstGeom>
          <a:solidFill>
            <a:srgbClr val="1E3A4F"/>
          </a:solidFill>
          <a:ln/>
        </p:spPr>
      </p:sp>
      <p:sp>
        <p:nvSpPr>
          <p:cNvPr id="9" name="Text 6"/>
          <p:cNvSpPr/>
          <p:nvPr/>
        </p:nvSpPr>
        <p:spPr>
          <a:xfrm>
            <a:off x="2377440" y="30449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35–60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377440" y="3456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Target Demographics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14800" y="3017520"/>
            <a:ext cx="1554480" cy="777240"/>
          </a:xfrm>
          <a:prstGeom prst="rect">
            <a:avLst/>
          </a:prstGeom>
          <a:solidFill>
            <a:srgbClr val="1E3A4F"/>
          </a:solidFill>
          <a:ln/>
        </p:spPr>
      </p:sp>
      <p:sp>
        <p:nvSpPr>
          <p:cNvPr id="12" name="Text 9"/>
          <p:cNvSpPr/>
          <p:nvPr/>
        </p:nvSpPr>
        <p:spPr>
          <a:xfrm>
            <a:off x="4114800" y="30449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IAP + Ad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114800" y="3456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Dual Revenue Model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Supergene Games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760720" y="274320"/>
            <a:ext cx="3108960" cy="4572000"/>
          </a:xfrm>
          <a:prstGeom prst="rect">
            <a:avLst/>
          </a:prstGeom>
          <a:solidFill>
            <a:srgbClr val="1E3A4F"/>
          </a:solidFill>
          <a:ln/>
        </p:spPr>
      </p:sp>
      <p:pic>
        <p:nvPicPr>
          <p:cNvPr id="16" name="Image 1" descr="/sessions/determined-eloquent-wozniak/deck/optimized/appicon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731520"/>
            <a:ext cx="2377440" cy="23774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583680" y="3291840"/>
            <a:ext cx="14630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4"/>
          <p:cNvSpPr/>
          <p:nvPr/>
        </p:nvSpPr>
        <p:spPr>
          <a:xfrm>
            <a:off x="5943600" y="3474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Solitaire</a:t>
            </a:r>
            <a:endParaRPr lang="en-US" sz="1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City Journey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400800" y="429768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20" name="Text 16"/>
          <p:cNvSpPr/>
          <p:nvPr/>
        </p:nvSpPr>
        <p:spPr>
          <a:xfrm>
            <a:off x="6400800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Facebook Instant Games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Solitaire City Journey - FB IG Pitch</dc:title>
  <dc:subject>PptxGenJS Presentation</dc:subject>
  <dc:creator>Supergene Games</dc:creator>
  <cp:lastModifiedBy>Supergene Games</cp:lastModifiedBy>
  <cp:revision>1</cp:revision>
  <dcterms:created xsi:type="dcterms:W3CDTF">2026-03-30T08:55:32Z</dcterms:created>
  <dcterms:modified xsi:type="dcterms:W3CDTF">2026-03-30T08:55:32Z</dcterms:modified>
</cp:coreProperties>
</file>